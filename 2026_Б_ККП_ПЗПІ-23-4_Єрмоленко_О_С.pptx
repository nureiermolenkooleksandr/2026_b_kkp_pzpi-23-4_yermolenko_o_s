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6858000" cy="9144000"/>
  <p:embeddedFontLst>
    <p:embeddedFont>
      <p:font typeface="Economica" panose="020B060402020202020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Єрмоленко" userId="3bfb8876b0eb93eb" providerId="LiveId" clId="{7344D0B0-1BC5-4D60-920F-319BDCEEDB36}"/>
    <pc:docChg chg="undo custSel addSld delSld modSld modMainMaster">
      <pc:chgData name="Олександр Єрмоленко" userId="3bfb8876b0eb93eb" providerId="LiveId" clId="{7344D0B0-1BC5-4D60-920F-319BDCEEDB36}" dt="2026-06-07T19:05:59.229" v="201" actId="1076"/>
      <pc:docMkLst>
        <pc:docMk/>
      </pc:docMkLst>
      <pc:sldChg chg="modTransition">
        <pc:chgData name="Олександр Єрмоленко" userId="3bfb8876b0eb93eb" providerId="LiveId" clId="{7344D0B0-1BC5-4D60-920F-319BDCEEDB36}" dt="2026-06-07T17:41:14.426" v="5"/>
        <pc:sldMkLst>
          <pc:docMk/>
          <pc:sldMk cId="0" sldId="256"/>
        </pc:sldMkLst>
      </pc:sldChg>
      <pc:sldChg chg="modTransition">
        <pc:chgData name="Олександр Єрмоленко" userId="3bfb8876b0eb93eb" providerId="LiveId" clId="{7344D0B0-1BC5-4D60-920F-319BDCEEDB36}" dt="2026-06-07T17:41:14.426" v="5"/>
        <pc:sldMkLst>
          <pc:docMk/>
          <pc:sldMk cId="0" sldId="257"/>
        </pc:sldMkLst>
      </pc:sldChg>
      <pc:sldChg chg="add del modTransition">
        <pc:chgData name="Олександр Єрмоленко" userId="3bfb8876b0eb93eb" providerId="LiveId" clId="{7344D0B0-1BC5-4D60-920F-319BDCEEDB36}" dt="2026-06-07T17:49:06.134" v="7" actId="47"/>
        <pc:sldMkLst>
          <pc:docMk/>
          <pc:sldMk cId="0" sldId="258"/>
        </pc:sldMkLst>
      </pc:sldChg>
      <pc:sldChg chg="modTransition">
        <pc:chgData name="Олександр Єрмоленко" userId="3bfb8876b0eb93eb" providerId="LiveId" clId="{7344D0B0-1BC5-4D60-920F-319BDCEEDB36}" dt="2026-06-07T17:41:14.426" v="5"/>
        <pc:sldMkLst>
          <pc:docMk/>
          <pc:sldMk cId="0" sldId="259"/>
        </pc:sldMkLst>
      </pc:sldChg>
      <pc:sldChg chg="modTransition">
        <pc:chgData name="Олександр Єрмоленко" userId="3bfb8876b0eb93eb" providerId="LiveId" clId="{7344D0B0-1BC5-4D60-920F-319BDCEEDB36}" dt="2026-06-07T17:41:14.426" v="5"/>
        <pc:sldMkLst>
          <pc:docMk/>
          <pc:sldMk cId="0" sldId="260"/>
        </pc:sldMkLst>
      </pc:sldChg>
      <pc:sldChg chg="addSp delSp modSp mod modTransition">
        <pc:chgData name="Олександр Єрмоленко" userId="3bfb8876b0eb93eb" providerId="LiveId" clId="{7344D0B0-1BC5-4D60-920F-319BDCEEDB36}" dt="2026-06-07T19:05:59.229" v="201" actId="1076"/>
        <pc:sldMkLst>
          <pc:docMk/>
          <pc:sldMk cId="0" sldId="261"/>
        </pc:sldMkLst>
        <pc:spChg chg="del mod">
          <ac:chgData name="Олександр Єрмоленко" userId="3bfb8876b0eb93eb" providerId="LiveId" clId="{7344D0B0-1BC5-4D60-920F-319BDCEEDB36}" dt="2026-06-07T19:05:49.053" v="196" actId="478"/>
          <ac:spMkLst>
            <pc:docMk/>
            <pc:sldMk cId="0" sldId="261"/>
            <ac:spMk id="100" creationId="{00000000-0000-0000-0000-000000000000}"/>
          </ac:spMkLst>
        </pc:spChg>
        <pc:picChg chg="add mod">
          <ac:chgData name="Олександр Єрмоленко" userId="3bfb8876b0eb93eb" providerId="LiveId" clId="{7344D0B0-1BC5-4D60-920F-319BDCEEDB36}" dt="2026-06-07T19:05:59.229" v="201" actId="1076"/>
          <ac:picMkLst>
            <pc:docMk/>
            <pc:sldMk cId="0" sldId="261"/>
            <ac:picMk id="4" creationId="{A4438DD5-3BBC-95A1-61B6-5A36FA50BFD0}"/>
          </ac:picMkLst>
        </pc:picChg>
      </pc:sldChg>
      <pc:sldChg chg="modSp mod modTransition">
        <pc:chgData name="Олександр Єрмоленко" userId="3bfb8876b0eb93eb" providerId="LiveId" clId="{7344D0B0-1BC5-4D60-920F-319BDCEEDB36}" dt="2026-06-07T17:51:38.374" v="36" actId="1076"/>
        <pc:sldMkLst>
          <pc:docMk/>
          <pc:sldMk cId="0" sldId="262"/>
        </pc:sldMkLst>
        <pc:spChg chg="mod">
          <ac:chgData name="Олександр Єрмоленко" userId="3bfb8876b0eb93eb" providerId="LiveId" clId="{7344D0B0-1BC5-4D60-920F-319BDCEEDB36}" dt="2026-06-07T17:51:38.374" v="36" actId="1076"/>
          <ac:spMkLst>
            <pc:docMk/>
            <pc:sldMk cId="0" sldId="262"/>
            <ac:spMk id="107" creationId="{00000000-0000-0000-0000-000000000000}"/>
          </ac:spMkLst>
        </pc:spChg>
      </pc:sldChg>
      <pc:sldChg chg="modTransition">
        <pc:chgData name="Олександр Єрмоленко" userId="3bfb8876b0eb93eb" providerId="LiveId" clId="{7344D0B0-1BC5-4D60-920F-319BDCEEDB36}" dt="2026-06-07T17:41:14.426" v="5"/>
        <pc:sldMkLst>
          <pc:docMk/>
          <pc:sldMk cId="0" sldId="263"/>
        </pc:sldMkLst>
      </pc:sldChg>
      <pc:sldChg chg="modTransition">
        <pc:chgData name="Олександр Єрмоленко" userId="3bfb8876b0eb93eb" providerId="LiveId" clId="{7344D0B0-1BC5-4D60-920F-319BDCEEDB36}" dt="2026-06-07T17:41:14.426" v="5"/>
        <pc:sldMkLst>
          <pc:docMk/>
          <pc:sldMk cId="0" sldId="264"/>
        </pc:sldMkLst>
      </pc:sldChg>
      <pc:sldChg chg="addSp modSp mod modTransition">
        <pc:chgData name="Олександр Єрмоленко" userId="3bfb8876b0eb93eb" providerId="LiveId" clId="{7344D0B0-1BC5-4D60-920F-319BDCEEDB36}" dt="2026-06-07T18:05:55.954" v="194" actId="1076"/>
        <pc:sldMkLst>
          <pc:docMk/>
          <pc:sldMk cId="0" sldId="265"/>
        </pc:sldMkLst>
        <pc:spChg chg="add mod">
          <ac:chgData name="Олександр Єрмоленко" userId="3bfb8876b0eb93eb" providerId="LiveId" clId="{7344D0B0-1BC5-4D60-920F-319BDCEEDB36}" dt="2026-06-07T18:04:26.870" v="174" actId="1076"/>
          <ac:spMkLst>
            <pc:docMk/>
            <pc:sldMk cId="0" sldId="265"/>
            <ac:spMk id="3" creationId="{8B5F0636-50D0-761A-1DAD-C406B1370F40}"/>
          </ac:spMkLst>
        </pc:spChg>
        <pc:spChg chg="add mod">
          <ac:chgData name="Олександр Єрмоленко" userId="3bfb8876b0eb93eb" providerId="LiveId" clId="{7344D0B0-1BC5-4D60-920F-319BDCEEDB36}" dt="2026-06-07T18:04:35.225" v="177" actId="1076"/>
          <ac:spMkLst>
            <pc:docMk/>
            <pc:sldMk cId="0" sldId="265"/>
            <ac:spMk id="4" creationId="{22FE8EC0-9852-0EB7-DACF-81EE4483292A}"/>
          </ac:spMkLst>
        </pc:spChg>
        <pc:spChg chg="add mod">
          <ac:chgData name="Олександр Єрмоленко" userId="3bfb8876b0eb93eb" providerId="LiveId" clId="{7344D0B0-1BC5-4D60-920F-319BDCEEDB36}" dt="2026-06-07T18:03:40.809" v="164" actId="1076"/>
          <ac:spMkLst>
            <pc:docMk/>
            <pc:sldMk cId="0" sldId="265"/>
            <ac:spMk id="5" creationId="{49A27641-3E56-EFDE-3BD5-C5823EA2556E}"/>
          </ac:spMkLst>
        </pc:spChg>
        <pc:spChg chg="add mod">
          <ac:chgData name="Олександр Єрмоленко" userId="3bfb8876b0eb93eb" providerId="LiveId" clId="{7344D0B0-1BC5-4D60-920F-319BDCEEDB36}" dt="2026-06-07T18:05:11.805" v="182" actId="1076"/>
          <ac:spMkLst>
            <pc:docMk/>
            <pc:sldMk cId="0" sldId="265"/>
            <ac:spMk id="7" creationId="{A39D9058-1DAE-FA56-25D3-599FD68E5532}"/>
          </ac:spMkLst>
        </pc:spChg>
        <pc:spChg chg="add mod">
          <ac:chgData name="Олександр Єрмоленко" userId="3bfb8876b0eb93eb" providerId="LiveId" clId="{7344D0B0-1BC5-4D60-920F-319BDCEEDB36}" dt="2026-06-07T18:05:55.954" v="194" actId="1076"/>
          <ac:spMkLst>
            <pc:docMk/>
            <pc:sldMk cId="0" sldId="265"/>
            <ac:spMk id="11" creationId="{FD67E3DD-C367-83DF-9431-113FD7CE194C}"/>
          </ac:spMkLst>
        </pc:spChg>
        <pc:picChg chg="mod">
          <ac:chgData name="Олександр Єрмоленко" userId="3bfb8876b0eb93eb" providerId="LiveId" clId="{7344D0B0-1BC5-4D60-920F-319BDCEEDB36}" dt="2026-06-07T18:04:23.997" v="173" actId="14100"/>
          <ac:picMkLst>
            <pc:docMk/>
            <pc:sldMk cId="0" sldId="265"/>
            <ac:picMk id="6" creationId="{05E7843C-2335-9D31-647C-DE371970EF85}"/>
          </ac:picMkLst>
        </pc:picChg>
        <pc:picChg chg="mod">
          <ac:chgData name="Олександр Єрмоленко" userId="3bfb8876b0eb93eb" providerId="LiveId" clId="{7344D0B0-1BC5-4D60-920F-319BDCEEDB36}" dt="2026-06-07T18:04:31.977" v="176" actId="1076"/>
          <ac:picMkLst>
            <pc:docMk/>
            <pc:sldMk cId="0" sldId="265"/>
            <ac:picMk id="8" creationId="{8C3C405D-62F3-BE8A-48DD-B9918FACD197}"/>
          </ac:picMkLst>
        </pc:picChg>
        <pc:picChg chg="mod">
          <ac:chgData name="Олександр Єрмоленко" userId="3bfb8876b0eb93eb" providerId="LiveId" clId="{7344D0B0-1BC5-4D60-920F-319BDCEEDB36}" dt="2026-06-07T18:03:40.809" v="164" actId="1076"/>
          <ac:picMkLst>
            <pc:docMk/>
            <pc:sldMk cId="0" sldId="265"/>
            <ac:picMk id="10" creationId="{3ABA4CE6-B3D5-EA4F-659B-4F4FA989429A}"/>
          </ac:picMkLst>
        </pc:picChg>
        <pc:picChg chg="mod">
          <ac:chgData name="Олександр Єрмоленко" userId="3bfb8876b0eb93eb" providerId="LiveId" clId="{7344D0B0-1BC5-4D60-920F-319BDCEEDB36}" dt="2026-06-07T18:05:11.805" v="182" actId="1076"/>
          <ac:picMkLst>
            <pc:docMk/>
            <pc:sldMk cId="0" sldId="265"/>
            <ac:picMk id="12" creationId="{941A33CD-EE21-C9CC-664C-11E9F244583A}"/>
          </ac:picMkLst>
        </pc:picChg>
        <pc:picChg chg="add mod">
          <ac:chgData name="Олександр Єрмоленко" userId="3bfb8876b0eb93eb" providerId="LiveId" clId="{7344D0B0-1BC5-4D60-920F-319BDCEEDB36}" dt="2026-06-07T18:05:16.171" v="184" actId="14100"/>
          <ac:picMkLst>
            <pc:docMk/>
            <pc:sldMk cId="0" sldId="265"/>
            <ac:picMk id="1026" creationId="{5B713BD5-6F4C-B5FF-114E-D31F94C5371B}"/>
          </ac:picMkLst>
        </pc:picChg>
      </pc:sldChg>
      <pc:sldChg chg="modSp mod modTransition">
        <pc:chgData name="Олександр Єрмоленко" userId="3bfb8876b0eb93eb" providerId="LiveId" clId="{7344D0B0-1BC5-4D60-920F-319BDCEEDB36}" dt="2026-06-07T17:53:36.875" v="40" actId="255"/>
        <pc:sldMkLst>
          <pc:docMk/>
          <pc:sldMk cId="0" sldId="267"/>
        </pc:sldMkLst>
        <pc:spChg chg="mod">
          <ac:chgData name="Олександр Єрмоленко" userId="3bfb8876b0eb93eb" providerId="LiveId" clId="{7344D0B0-1BC5-4D60-920F-319BDCEEDB36}" dt="2026-06-07T17:53:36.875" v="40" actId="255"/>
          <ac:spMkLst>
            <pc:docMk/>
            <pc:sldMk cId="0" sldId="267"/>
            <ac:spMk id="142" creationId="{00000000-0000-0000-0000-000000000000}"/>
          </ac:spMkLst>
        </pc:spChg>
      </pc:sldChg>
      <pc:sldMasterChg chg="modTransition modSldLayout">
        <pc:chgData name="Олександр Єрмоленко" userId="3bfb8876b0eb93eb" providerId="LiveId" clId="{7344D0B0-1BC5-4D60-920F-319BDCEEDB36}" dt="2026-06-07T17:41:14.426" v="5"/>
        <pc:sldMasterMkLst>
          <pc:docMk/>
          <pc:sldMasterMk cId="0" sldId="2147483659"/>
        </pc:sldMasterMkLst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48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49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0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1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2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3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4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5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6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7"/>
          </pc:sldLayoutMkLst>
        </pc:sldLayoutChg>
        <pc:sldLayoutChg chg="modTransition">
          <pc:chgData name="Олександр Єрмоленко" userId="3bfb8876b0eb93eb" providerId="LiveId" clId="{7344D0B0-1BC5-4D60-920F-319BDCEEDB36}" dt="2026-06-07T17:41:14.426" v="5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93241" y="832513"/>
            <a:ext cx="3557518" cy="10208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Веб-застосунок для оцінювання та рецензування мультимедійного контенту</a:t>
            </a:r>
            <a:endParaRPr lang="uk-UA" sz="20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805450" y="3517611"/>
            <a:ext cx="3557518" cy="1132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/>
            <a:r>
              <a:rPr lang="uk-UA" sz="1400" dirty="0"/>
              <a:t>Виконав:                                </a:t>
            </a:r>
            <a:r>
              <a:rPr lang="uk" sz="1400" dirty="0"/>
              <a:t>Науковий керівник: </a:t>
            </a:r>
            <a:br>
              <a:rPr lang="uk-UA" sz="1400" dirty="0"/>
            </a:br>
            <a:r>
              <a:rPr lang="uk-UA" sz="1400" dirty="0"/>
              <a:t>ст. гр. ПЗПІ-23-4                  </a:t>
            </a:r>
            <a:r>
              <a:rPr lang="uk" sz="1400" dirty="0"/>
              <a:t>доц. каф. ПІ</a:t>
            </a:r>
            <a:br>
              <a:rPr lang="uk-UA" sz="1400" dirty="0"/>
            </a:br>
            <a:r>
              <a:rPr lang="uk-UA" sz="1400" dirty="0"/>
              <a:t>Єрмоленко О. С.                 </a:t>
            </a:r>
            <a:r>
              <a:rPr lang="uk" sz="1400" dirty="0"/>
              <a:t>Чуприна А. С.</a:t>
            </a:r>
            <a:endParaRPr lang="uk-UA" sz="1400" dirty="0"/>
          </a:p>
          <a:p>
            <a:pPr marL="0" indent="0" algn="l"/>
            <a:endParaRPr sz="19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4182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/>
              <a:t>	Метою курсової роботи є розробка клієнтської частини веб-застосунку для оцінювання та рецензування мультимедійного контенту з використанням </a:t>
            </a:r>
            <a:r>
              <a:rPr lang="en-US" dirty="0"/>
              <a:t>React, TypeScript </a:t>
            </a:r>
            <a:r>
              <a:rPr lang="ru-RU" dirty="0"/>
              <a:t>та </a:t>
            </a:r>
            <a:r>
              <a:rPr lang="en-US" dirty="0"/>
              <a:t>Vite.</a:t>
            </a:r>
            <a:r>
              <a:rPr lang="uk-UA" dirty="0"/>
              <a:t> 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/>
              <a:t>	</a:t>
            </a:r>
            <a:r>
              <a:rPr lang="ru-RU" dirty="0"/>
              <a:t>Стрімке зростання обсягів цифрового контенту формує потребу в зручних інструментах для його оцінювання. Більшість існуючих платформ орієнтовані лише на один тип медіа, що змушує користувачів використовувати декілька різних сервісів одночасно. </a:t>
            </a:r>
            <a:r>
              <a:rPr lang="en-US" dirty="0"/>
              <a:t>RateIt </a:t>
            </a:r>
            <a:r>
              <a:rPr lang="ru-RU" dirty="0"/>
              <a:t>вирішує цю проблему, об'єднуючи всі категорії контенту в єдиному інтерфейсі.</a:t>
            </a:r>
            <a:endParaRPr lang="ru-RU"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існуючих рішень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1026" name="Picture 2" descr="IMDb - Wikipedia">
            <a:extLst>
              <a:ext uri="{FF2B5EF4-FFF2-40B4-BE49-F238E27FC236}">
                <a16:creationId xmlns:a16="http://schemas.microsoft.com/office/drawing/2014/main" id="{191EA8B2-B3DE-A2F2-51F4-5B294D7D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12" y="1027493"/>
            <a:ext cx="2200986" cy="110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tterboxd – Wikipedia, wolna encyklopedia">
            <a:extLst>
              <a:ext uri="{FF2B5EF4-FFF2-40B4-BE49-F238E27FC236}">
                <a16:creationId xmlns:a16="http://schemas.microsoft.com/office/drawing/2014/main" id="{3BF6EFA1-279D-8E94-8C42-4213351B5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064" y="1027493"/>
            <a:ext cx="2200986" cy="118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B0D1984-23F6-4DAB-E2BC-53F1C2DF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937" y="2873615"/>
            <a:ext cx="2634018" cy="59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DBE4A0-FA43-4CA4-68F5-104F001FF6E7}"/>
              </a:ext>
            </a:extLst>
          </p:cNvPr>
          <p:cNvSpPr txBox="1"/>
          <p:nvPr/>
        </p:nvSpPr>
        <p:spPr>
          <a:xfrm>
            <a:off x="3119937" y="3571596"/>
            <a:ext cx="2634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Охоплює кілька категорій, але складний інтерфейс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43497-AAD8-F6D7-AAE1-7A00CFEE0406}"/>
              </a:ext>
            </a:extLst>
          </p:cNvPr>
          <p:cNvSpPr txBox="1"/>
          <p:nvPr/>
        </p:nvSpPr>
        <p:spPr>
          <a:xfrm>
            <a:off x="551313" y="2391020"/>
            <a:ext cx="2200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Лише фільми та серіали, відсутні інші категорії медіа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C2023-7C28-579C-849C-0779D7F2ADD6}"/>
              </a:ext>
            </a:extLst>
          </p:cNvPr>
          <p:cNvSpPr txBox="1"/>
          <p:nvPr/>
        </p:nvSpPr>
        <p:spPr>
          <a:xfrm>
            <a:off x="6024064" y="2134951"/>
            <a:ext cx="2200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Виключно кіноконтент, немає музики, ігор та книг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9475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dirty="0"/>
              <a:t>Формулювання проблеми: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відсутня єдина платформа для оцінювання контенту різних категорій;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більшість аналогів мають застарілий дизайн та обмежений функціонал.</a:t>
            </a:r>
          </a:p>
          <a:p>
            <a:pPr>
              <a:buFont typeface="Arial" panose="020B0604020202020204" pitchFamily="34" charset="0"/>
              <a:buChar char="•"/>
            </a:pPr>
            <a:endParaRPr lang="uk-UA" dirty="0"/>
          </a:p>
          <a:p>
            <a:pPr marL="114300" indent="0">
              <a:buNone/>
            </a:pPr>
            <a:r>
              <a:rPr lang="uk-UA" dirty="0"/>
              <a:t>Очікувані результати: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єдиний інтерфейс для всіх категорій медіа;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dirty="0"/>
              <a:t>реєстрація, автентифікація, пошук, фільтрація, відгуки та панель модератора.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2055" name="Picture 7" descr="TypeScript - Wikipedia">
            <a:extLst>
              <a:ext uri="{FF2B5EF4-FFF2-40B4-BE49-F238E27FC236}">
                <a16:creationId xmlns:a16="http://schemas.microsoft.com/office/drawing/2014/main" id="{7B5F1396-0D60-E18E-66EC-1A734B0F2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226" y="682990"/>
            <a:ext cx="1643701" cy="164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HTML5 и CSS3">
            <a:extLst>
              <a:ext uri="{FF2B5EF4-FFF2-40B4-BE49-F238E27FC236}">
                <a16:creationId xmlns:a16="http://schemas.microsoft.com/office/drawing/2014/main" id="{A9558CFE-A952-ED33-05C0-CD10EFB31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111" y="2523779"/>
            <a:ext cx="1729143" cy="172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82AABE-9F8B-4FFA-55F8-A34CC09421D2}"/>
              </a:ext>
            </a:extLst>
          </p:cNvPr>
          <p:cNvSpPr txBox="1"/>
          <p:nvPr/>
        </p:nvSpPr>
        <p:spPr>
          <a:xfrm>
            <a:off x="6799815" y="2383060"/>
            <a:ext cx="2256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ипізована надбудова над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JavaScript 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16FD1-8779-1936-7A9C-B3D714F20F2D}"/>
              </a:ext>
            </a:extLst>
          </p:cNvPr>
          <p:cNvSpPr txBox="1"/>
          <p:nvPr/>
        </p:nvSpPr>
        <p:spPr>
          <a:xfrm>
            <a:off x="4528376" y="4208433"/>
            <a:ext cx="2042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Розмітка та стилізація інтерфейсу</a:t>
            </a:r>
          </a:p>
        </p:txBody>
      </p:sp>
      <p:pic>
        <p:nvPicPr>
          <p:cNvPr id="2063" name="Picture 15" descr="Visual Studio Code - Wikipedia">
            <a:extLst>
              <a:ext uri="{FF2B5EF4-FFF2-40B4-BE49-F238E27FC236}">
                <a16:creationId xmlns:a16="http://schemas.microsoft.com/office/drawing/2014/main" id="{9DA2269A-3D85-7B96-D007-783F0FB2C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678" y="2906280"/>
            <a:ext cx="1302153" cy="130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24D451-FF3F-FDF8-0240-A847D1BBB023}"/>
              </a:ext>
            </a:extLst>
          </p:cNvPr>
          <p:cNvSpPr txBox="1"/>
          <p:nvPr/>
        </p:nvSpPr>
        <p:spPr>
          <a:xfrm>
            <a:off x="1465154" y="4311279"/>
            <a:ext cx="20693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Середовище розробки</a:t>
            </a:r>
          </a:p>
        </p:txBody>
      </p:sp>
      <p:pic>
        <p:nvPicPr>
          <p:cNvPr id="2065" name="Picture 17" descr="Home | Vite">
            <a:extLst>
              <a:ext uri="{FF2B5EF4-FFF2-40B4-BE49-F238E27FC236}">
                <a16:creationId xmlns:a16="http://schemas.microsoft.com/office/drawing/2014/main" id="{8B5BE164-FA1C-A349-8AFB-721661927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348" y="850152"/>
            <a:ext cx="1117268" cy="110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4BCB7B-F8D1-B3E8-B3B8-52CD5D22B498}"/>
              </a:ext>
            </a:extLst>
          </p:cNvPr>
          <p:cNvSpPr txBox="1"/>
          <p:nvPr/>
        </p:nvSpPr>
        <p:spPr>
          <a:xfrm>
            <a:off x="3501131" y="2000559"/>
            <a:ext cx="1643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Інструмент збірки проєкту </a:t>
            </a:r>
          </a:p>
        </p:txBody>
      </p:sp>
      <p:pic>
        <p:nvPicPr>
          <p:cNvPr id="2067" name="Picture 19" descr="React.js – Wikipedia, wolna encyklopedia">
            <a:extLst>
              <a:ext uri="{FF2B5EF4-FFF2-40B4-BE49-F238E27FC236}">
                <a16:creationId xmlns:a16="http://schemas.microsoft.com/office/drawing/2014/main" id="{C6D8042C-808A-5032-0FCD-8066F9EC8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42" y="875303"/>
            <a:ext cx="1477323" cy="134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C51B42-2F2E-BD07-96B8-372BE12A0CDC}"/>
              </a:ext>
            </a:extLst>
          </p:cNvPr>
          <p:cNvSpPr txBox="1"/>
          <p:nvPr/>
        </p:nvSpPr>
        <p:spPr>
          <a:xfrm>
            <a:off x="281173" y="2216635"/>
            <a:ext cx="2069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1500"/>
              </a:spcBef>
              <a:buNone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Бібліотека для побудови інтерфейсу</a:t>
            </a:r>
            <a:endParaRPr lang="uk" dirty="0">
              <a:solidFill>
                <a:srgbClr val="0D0D0D"/>
              </a:solidFill>
              <a:highlight>
                <a:srgbClr val="FFFFFF"/>
              </a:highligh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38DD5-3BBC-95A1-61B6-5A36FA50B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463" y="1113587"/>
            <a:ext cx="6089073" cy="314137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437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React </a:t>
            </a:r>
            <a:r>
              <a:rPr lang="uk-UA" sz="1400" dirty="0"/>
              <a:t>-</a:t>
            </a:r>
            <a:r>
              <a:rPr lang="en-US" sz="1400" dirty="0"/>
              <a:t> </a:t>
            </a:r>
            <a:r>
              <a:rPr lang="uk-UA" sz="1400" dirty="0"/>
              <a:t>бібліотека для побудови користувацького інтерфейсу на основі компонентного підходу, що дозволяє повторно використовувати елементи інтерфейсу.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TypeScript </a:t>
            </a:r>
            <a:r>
              <a:rPr lang="uk-UA" sz="1400" dirty="0"/>
              <a:t>-</a:t>
            </a:r>
            <a:r>
              <a:rPr lang="en-US" sz="1400" dirty="0"/>
              <a:t> </a:t>
            </a:r>
            <a:r>
              <a:rPr lang="uk-UA" sz="1400" dirty="0"/>
              <a:t>типізована надбудова над </a:t>
            </a:r>
            <a:r>
              <a:rPr lang="en-US" sz="1400" dirty="0"/>
              <a:t>JavaScript, </a:t>
            </a:r>
            <a:r>
              <a:rPr lang="uk-UA" sz="1400" dirty="0"/>
              <a:t>що забезпечує виявлення помилок на етапі розробки та підвищує надійність коду.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Vite </a:t>
            </a:r>
            <a:r>
              <a:rPr lang="uk-UA" sz="1400" dirty="0"/>
              <a:t>-</a:t>
            </a:r>
            <a:r>
              <a:rPr lang="en-US" sz="1400" dirty="0"/>
              <a:t> </a:t>
            </a:r>
            <a:r>
              <a:rPr lang="uk-UA" sz="1400" dirty="0"/>
              <a:t>сучасний інструмент збірки фронтенд-проєктів із миттєвим запуском середовища розробки та оптимізованою продакшн-збіркою.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HTML5 / CSS3 </a:t>
            </a:r>
            <a:r>
              <a:rPr lang="uk-UA" sz="1400" dirty="0"/>
              <a:t>-</a:t>
            </a:r>
            <a:r>
              <a:rPr lang="en-US" sz="1400" dirty="0"/>
              <a:t> </a:t>
            </a:r>
            <a:r>
              <a:rPr lang="uk-UA" sz="1400" dirty="0"/>
              <a:t>стандартні технології для розмітки та стилізації користувацького інтерфейсу веб-застосунку.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Visual Studio Code </a:t>
            </a:r>
            <a:r>
              <a:rPr lang="uk-UA" sz="1400" dirty="0"/>
              <a:t>-</a:t>
            </a:r>
            <a:r>
              <a:rPr lang="en-US" sz="1400" dirty="0"/>
              <a:t> </a:t>
            </a:r>
            <a:r>
              <a:rPr lang="uk-UA" sz="1400" dirty="0"/>
              <a:t>середовище розробки з підтримкою </a:t>
            </a:r>
            <a:r>
              <a:rPr lang="en-US" sz="1400" dirty="0"/>
              <a:t>TypeScript, </a:t>
            </a:r>
            <a:r>
              <a:rPr lang="uk-UA" sz="1400" dirty="0"/>
              <a:t>розширеннями для </a:t>
            </a:r>
            <a:r>
              <a:rPr lang="en-US" sz="1400" dirty="0"/>
              <a:t>React </a:t>
            </a:r>
            <a:r>
              <a:rPr lang="uk-UA" sz="1400" dirty="0"/>
              <a:t>та інструментами налагодження.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ru-RU" dirty="0"/>
              <a:t>Методи: клієнт-серверна архітектура, компонентний підхід React</a:t>
            </a: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uk-UA" dirty="0"/>
              <a:t>Послідовність: Реєстрація → Авторизація → Пошук контенту → Перегляд деталей → Виставлення оцінки та написання відгуку</a:t>
            </a: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uk-UA" dirty="0"/>
              <a:t>Технології: </a:t>
            </a:r>
            <a:r>
              <a:rPr lang="en-US" dirty="0"/>
              <a:t>React, TypeScript, Vite, HTML5/CSS3, Visual Studio Code</a:t>
            </a:r>
            <a:r>
              <a:rPr lang="uk-UA" dirty="0"/>
              <a:t>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B06C3-BFAF-DEAD-C99B-88AE0C3EBBE8}"/>
              </a:ext>
            </a:extLst>
          </p:cNvPr>
          <p:cNvSpPr txBox="1"/>
          <p:nvPr/>
        </p:nvSpPr>
        <p:spPr>
          <a:xfrm>
            <a:off x="1131175" y="680057"/>
            <a:ext cx="457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/>
              <a:t>private getAuthHeader(): HeadersInit {</a:t>
            </a:r>
          </a:p>
          <a:p>
            <a:r>
              <a:rPr lang="uk-UA" sz="1200" dirty="0"/>
              <a:t>  const token = localStorage.getItem("jwt_token");</a:t>
            </a:r>
          </a:p>
          <a:p>
            <a:r>
              <a:rPr lang="uk-UA" sz="1200" dirty="0"/>
              <a:t>  if (token) {</a:t>
            </a:r>
          </a:p>
          <a:p>
            <a:r>
              <a:rPr lang="uk-UA" sz="1200" dirty="0"/>
              <a:t>    return { Authorization: `Bearer ${token}` };</a:t>
            </a:r>
          </a:p>
          <a:p>
            <a:r>
              <a:rPr lang="uk-UA" sz="1200" dirty="0"/>
              <a:t>  }</a:t>
            </a:r>
          </a:p>
          <a:p>
            <a:r>
              <a:rPr lang="uk-UA" sz="1200" dirty="0"/>
              <a:t>  return {};</a:t>
            </a:r>
          </a:p>
          <a:p>
            <a:r>
              <a:rPr lang="uk-UA" sz="1200" dirty="0"/>
              <a:t>}</a:t>
            </a:r>
          </a:p>
          <a:p>
            <a:r>
              <a:rPr lang="uk-UA" sz="1200" dirty="0"/>
              <a:t>async get&lt;T&gt;(endpoint: string, requiresAuth = false): Promise&lt;T&gt; {</a:t>
            </a:r>
          </a:p>
          <a:p>
            <a:r>
              <a:rPr lang="uk-UA" sz="1200" dirty="0"/>
              <a:t>  const headers: HeadersInit = {</a:t>
            </a:r>
          </a:p>
          <a:p>
            <a:r>
              <a:rPr lang="uk-UA" sz="1200" dirty="0"/>
              <a:t>    ...(requiresAuth ? this.getAuthHeader() : {}),</a:t>
            </a:r>
          </a:p>
          <a:p>
            <a:r>
              <a:rPr lang="uk-UA" sz="1200" dirty="0"/>
              <a:t>  };</a:t>
            </a:r>
          </a:p>
          <a:p>
            <a:r>
              <a:rPr lang="uk-UA" sz="1200" dirty="0"/>
              <a:t>  const response = await fetch(`${this.baseUrl}${endpoint}`, {</a:t>
            </a:r>
          </a:p>
          <a:p>
            <a:r>
              <a:rPr lang="uk-UA" sz="1200" dirty="0"/>
              <a:t>    method: "GET",</a:t>
            </a:r>
          </a:p>
          <a:p>
            <a:r>
              <a:rPr lang="uk-UA" sz="1200" dirty="0"/>
              <a:t>    headers,</a:t>
            </a:r>
          </a:p>
          <a:p>
            <a:r>
              <a:rPr lang="uk-UA" sz="1200" dirty="0"/>
              <a:t>  });</a:t>
            </a:r>
          </a:p>
          <a:p>
            <a:r>
              <a:rPr lang="uk-UA" sz="1200" dirty="0"/>
              <a:t>  if (!response.ok) throw new Error(`HTTP error! status: ${response.status}`);</a:t>
            </a:r>
          </a:p>
          <a:p>
            <a:r>
              <a:rPr lang="uk-UA" sz="1200" dirty="0"/>
              <a:t>  return response.json();</a:t>
            </a:r>
          </a:p>
          <a:p>
            <a:r>
              <a:rPr lang="uk-UA" sz="1200" dirty="0"/>
              <a:t>}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7843C-2335-9D31-647C-DE371970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90" y="713048"/>
            <a:ext cx="2950674" cy="1489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3C405D-62F3-BE8A-48DD-B9918FACD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90" y="2571750"/>
            <a:ext cx="2950674" cy="14857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BA4CE6-B3D5-EA4F-659B-4F4FA98942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477" y="713048"/>
            <a:ext cx="4060518" cy="9662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1A33CD-EE21-C9CC-664C-11E9F2445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737" y="2132961"/>
            <a:ext cx="2287167" cy="19897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5F0636-50D0-761A-1DAD-C406B1370F40}"/>
              </a:ext>
            </a:extLst>
          </p:cNvPr>
          <p:cNvSpPr txBox="1"/>
          <p:nvPr/>
        </p:nvSpPr>
        <p:spPr>
          <a:xfrm>
            <a:off x="1304721" y="2198521"/>
            <a:ext cx="1699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Головна сторінка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E8EC0-9852-0EB7-DACF-81EE4483292A}"/>
              </a:ext>
            </a:extLst>
          </p:cNvPr>
          <p:cNvSpPr txBox="1"/>
          <p:nvPr/>
        </p:nvSpPr>
        <p:spPr>
          <a:xfrm>
            <a:off x="1416518" y="4054608"/>
            <a:ext cx="1653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Сторінка пошуку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27641-3E56-EFDE-3BD5-C5823EA2556E}"/>
              </a:ext>
            </a:extLst>
          </p:cNvPr>
          <p:cNvSpPr txBox="1"/>
          <p:nvPr/>
        </p:nvSpPr>
        <p:spPr>
          <a:xfrm>
            <a:off x="5872590" y="1679322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Сторінка досягнень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D9058-1DAE-FA56-25D3-599FD68E5532}"/>
              </a:ext>
            </a:extLst>
          </p:cNvPr>
          <p:cNvSpPr txBox="1"/>
          <p:nvPr/>
        </p:nvSpPr>
        <p:spPr>
          <a:xfrm>
            <a:off x="3866509" y="4122675"/>
            <a:ext cx="2829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 для написання відгуків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13BD5-6F4C-B5FF-114E-D31F94C53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517" y="2132961"/>
            <a:ext cx="2004934" cy="160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67E3DD-C367-83DF-9431-113FD7CE194C}"/>
              </a:ext>
            </a:extLst>
          </p:cNvPr>
          <p:cNvSpPr txBox="1"/>
          <p:nvPr/>
        </p:nvSpPr>
        <p:spPr>
          <a:xfrm>
            <a:off x="6620748" y="3753343"/>
            <a:ext cx="22871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Сторінка з інформацією про контент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004612"/>
            <a:ext cx="8563375" cy="3134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	У роботі було розроблено клієнтську частину веб-застосунку </a:t>
            </a:r>
            <a:r>
              <a:rPr lang="en-US" dirty="0"/>
              <a:t>RateIt </a:t>
            </a:r>
            <a:r>
              <a:rPr lang="uk-UA" dirty="0"/>
              <a:t>-</a:t>
            </a:r>
            <a:r>
              <a:rPr lang="en-US" dirty="0"/>
              <a:t> </a:t>
            </a:r>
            <a:r>
              <a:rPr lang="uk-UA" dirty="0"/>
              <a:t>універсальну платформу для оцінювання та рецензування мультимедійного контенту. Було реалізовано систему реєстрації та автентифікації користувачів із збереженням </a:t>
            </a:r>
            <a:r>
              <a:rPr lang="en-US" dirty="0"/>
              <a:t>JWT-</a:t>
            </a:r>
            <a:r>
              <a:rPr lang="uk-UA" dirty="0"/>
              <a:t>токена, зручний інтерфейс пошуку та фільтрації контенту за різними параметрами, функціонал виставлення оцінок і написання відгуків із можливістю лайків, а також панель модератора для керування контентом платформи.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Шаблон_презентації_до_ККП_бакалавра_2025(2)</Template>
  <TotalTime>342</TotalTime>
  <Words>564</Words>
  <Application>Microsoft Office PowerPoint</Application>
  <PresentationFormat>On-screen Show (16:9)</PresentationFormat>
  <Paragraphs>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Economica</vt:lpstr>
      <vt:lpstr>Open Sans</vt:lpstr>
      <vt:lpstr>Шаблон презентації кваліфікаційної роботи магістрів</vt:lpstr>
      <vt:lpstr>Веб-застосунок для оцінювання та рецензування мультимедійного контенту</vt:lpstr>
      <vt:lpstr>Мета роботи</vt:lpstr>
      <vt:lpstr>Аналіз існуючих рішень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 Єрмоленко</dc:creator>
  <cp:lastModifiedBy>Олександр Єрмоленко</cp:lastModifiedBy>
  <cp:revision>1</cp:revision>
  <dcterms:created xsi:type="dcterms:W3CDTF">2026-06-07T15:15:25Z</dcterms:created>
  <dcterms:modified xsi:type="dcterms:W3CDTF">2026-06-07T21:40:00Z</dcterms:modified>
</cp:coreProperties>
</file>